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X Ping" id="{dd1bbf8f-3382-900e-23c5-3efb69ff3125}">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هادا 2X Ping، برنامج مجاني سويته للاعبين على ويندوز، هدفه بنق أقل وبحث أسرع. البرنامج لسا بيتا (0.12)، يعني نجرّب ونطوّر مع الناس.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بالمشكلة: كلنا نحس إن البنق عالي أحياناً بدون سبب. المثال هنا من جهازي: دبي أقرب بكثير من فرانكفورت، لكن البنق لها أعلى. السبب إن شركة النت توجّه الاتصال عن طريق أوروبا ويرجع. يعني المسافة مو كل شي، الطريق هو الأهم.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الأدوات الأربع بسرعة: فحص البنق يوريك الوضع الحقيقي، و«العب على ...» يثبّتك على المنطقة اللي تبغاها بضغطة، والبطاقة تقولك وإنت داخل المباراة وين تلعب وهل هي من اختيارك، والتسريع بالوسيط في الوضع المتقدم هو اللي ينزّل البنق فعلاً لو عندك سيرفر وسيط. والشاشة الرئيسية صارت بطاقة وحدة تقولك وش يصير، وبعد التثبيت تقولك بنقك المتوقع. وتقرير كل مباراة والمشاكل توصلنا لحالها بدون ما تقاطعك. ولما تلعب صغّره، يبقى في شريط المهام والتثبيت شغّال. والتحديث بضغطة وحدة.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الاستخدام سهل: أربع خطوات. البرنامج يفحص لحاله ويقترح أحسن منطقة، يعني أقل بنق وفيها لاعبين كفاية. تعلّم المنطقة وتضغط «العب على أوروبا» مثلاً، تقفل اللعبة وتفتحها، ولما تدخل مباراة البطاقة تقولك «تلعب دحين في أوروبا ✓». ولو حد يبغى تفاصيل أكثر فيه وضع متقدم من الإعدادات.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كيف يقيس: لكل لعبة يجيب القائمة الرسمية لسيرفراتها. Deadlock من Steam مباشرة، ويحسب أقصر طريق لكل منطقة داخل شبكة Valve (مثلاً من الرياض لأوروبا عن طريق دبي). Overwatch 2 من قوائم Google وAmazon وشبكة Blizzard (15 مركز منها الدمام والدوحة والبحرين)، وDead by Daylight من مناطق Amazon GameLift بنفس الإشارة اللي تستخدمها اللعبة، وArena Breakout من Tencent. يفحص كل السيرفرات مع بعض، فالفحص كله ثانيتين ثلاث، والسيرفر اللي ما يرد يتخطاه. ويحسب البنق والتذبذب والفقد، والألوان توضح الحالة.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التثبيت: البرنامج يحط قواعد في جدار حماية ويندوز تحجب السيرفرات اللي ما اخترتها، فاللعبة تشوفها كأنها ما ترد وما تحطك إلا في اختيارك. في Deadlock التثبيت صارم ويعرف الطريق: مدخل زي دبي يبقى مفتوح لو يوصل لمناطقك بس، عشان بنقك يبقى أقل، والبطاقة تقولك بنقك المتوقع قبل وبعد ما تثبّت. وفي الإعدادات «دبي كطريق لأوروبا» لو تبغى تقفل دبي. في أوفرواتش وديد باي دايلايت (قيد التطوير) يحجب اتصال المباراة بس، فالدخول والشات الصوتي والتدريب ما يتأثرون. أكّد إنه ما يلمس ملفات اللعبة، وكل شي ينشال لما تفك التثبيت أو تقفل البرنامج.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هادي الإجابة على سؤال: كيف أتأكد إنه فعلاً شغّال؟ وإنت داخل مباراة، البرنامج يراقب اتصال اللعبة نفسها، ياخذ السيرفر اللي عليه نص الاتصال أو أكثر، ويطابقه مع قائمة سيرفرات اللعبة، والبطاقة تقولك وين تلعب وهل هي من اختيارك. في Deadlock لو اللعبة داخلة من وسيط زي دبي، سيرفر المباراة ما يبان، فالبطاقة تقول كذا بصراحة بدل ما تخمّن. ولو ضفت -condebug لخيارات التشغيل، البرنامج يقرا سجل اللعبة ويقولك المدينة بالضبط، مثلاً فرانكفورت. وبعد دقيقة من كل مباراة يوصلنا تقرير قصير لحاله، عشان نتأكد إن التثبيت يوفي بوعده. نبّه إن القائمة والتدريب ما ينفعون.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عدد اللاعبين تقريبي بس صار واقعي: نحسبه من كل المباريات اللي تنلعب في اليوم، ضرب 12 لاعب، ضرب متوسط المباراة 32 دقيقة، ويتعدّل حسب زحمة الساعة، وينضاف له اللي في القوائم والانتظار، فيطلع تقريباً 49 ألف بدل ألفين. نصيب كل منطقة ووقت الانتظار من المباريات الشغّالة دحين. والأرقام نسخة وحدة مشتركة لكل الأجهزة عن طريق قاعدة بيانات المطوّر. خلّهم يعرفون إنها أرقام تقديرية مو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التسريع بالوسيط موجود في الوضع المتقدم، وهو اللي ينزّل البنق فعلاً: بدل طريق شركة النت الطويل، اتصال اللعبة بس يمشي من سيرفر VPS طريقه أقصر. يتجهّز بأمر واحد، والباقي من النت يمشي عادي. كن صريح: بدون وسيط ما نقدر نغيّر طريق شركة النت.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للمهتمين بالتقنية: البرنامج مكتوب بـ C# على .NET Framework الموجود في كل ويندوز، فما يحتاج تثبيت، والخط Readex Pro مدمج فيه. التحديث ينزل من GitHub ويتأكد من بصمة الملف قبل ما يستبدل نفسه، ويرجّع النسخة القديمة لو صار خطأ. يستخدم أدوات ويندوز المدمجة: جدار الحماية وpktmon، وسجل Deadlock لو شغّلت -condebug، وWireGuard للوسيط، وبيانات عامة من Steam وAmazon وGoogle وBlizzard وTencent. والمشاكل وتقارير المباريات توصل تلقائي لقاعدة بيانات المطوّر.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الأمان مهم للناس: البرنامج ما يعدّل ملفات اللعبة ولا يلمس ذاكرتها، وكل تغيير ينشال لحاله. إحصائيات البيتا (الاسم والمدينة ومواصفات الجهاز واللعبة والسيرفر وتقرير قصير عن كل مباراة) تنقال لك بوضوح أول ما تفتحه، وما فيها كلمات سر ولا ملفات ولا عناوين. وفيه زر «رجّع كل شي طبيعي» يشيل كل شي ويتأكد بنفسه.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البرنامج بيتا ومجاني، وأهم شي رأيهم. من زر «تواصل معنا» يبلّغون أو يقترحون. التحميل من صفحة GitHub، وديسكوردي 2x.x. اشكرهم.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140F1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image 1"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image 2"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image 3"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image 4"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image 5"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image 6"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image 7"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image 8"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image 9"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image 1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image 11"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image 12" descr="Slide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2X Ping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2X Ping - دليل البرنامج</dc:title>
  <dc:subject>PptxGenJS Presentation</dc:subject>
  <dc:creator>lDo2x</dc:creator>
  <cp:lastModifiedBy>lDo2x</cp:lastModifiedBy>
  <cp:revision>1</cp:revision>
  <dcterms:created xsi:type="dcterms:W3CDTF">2026-10-14T14:21:34Z</dcterms:created>
  <dcterms:modified xsi:type="dcterms:W3CDTF">2026-10-14T14:21:34Z</dcterms:modified>
</cp:coreProperties>
</file>