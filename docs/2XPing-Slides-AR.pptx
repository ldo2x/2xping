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rtl="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2X Ping" id="{d61796da-1893-f1f0-ded5-1bae37eed438}">
          <p14:sldIdLst>
            <p14:sldId id="256"/>
            <p14:sldId id="257"/>
            <p14:sldId id="258"/>
            <p14:sldId id="259"/>
            <p14:sldId id="260"/>
            <p14:sldId id="261"/>
            <p14:sldId id="262"/>
            <p14:sldId id="263"/>
            <p14:sldId id="264"/>
            <p14:sldId id="265"/>
            <p14:sldId id="266"/>
            <p14:sldId id="267"/>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رحّب بالحضور. هادا 2X Ping، برنامج مجاني سويته للاعبين على ويندوز، هدفه بنق أقل ولعب أحلى. البرنامج لسا بيتا، يعني نجرّب ونطوّر مع الناس.</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ابدأ بالمشكلة: كلنا نحس إن البنق عالي أحياناً بدون سبب. المثال هنا من جهازي: دبي أقرب بكثير من فرانكفورت، لكن البنق لها أعلى. السبب إن شركة النت توجّه الترافيك عن طريق أوروبا ويرجع. يعني المسافة مو كل شي، الطريق هو الأهم.</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اشرح الأدوات الأربع بسرعة: فحص البنق يوريك الوضع الحقيقي، و«العب عليه» يثبّتك على أحسن سيرفر بضغطة، و«على أي سيرفر أنا؟» يتحدّث لحاله ويأكد لك، وأي مشكلة يكتشفها توصلنا تلقائي بدون ما تقاطعك، والبوست بالوسيط في الوضع المتقدم هو اللي ينزّل البنق فعلاً لو عندك سيرفر وسيط. وأول مرة تفتحه تختار الألعاب اللي تلعبها، فما تشوف إلا هي. ولما تلعب صغّره، يروح جنب الساعة والتثبيت يبقى شغّال. والتحديث بضغطة وحدة.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الاستخدام سهل: أربع خطوات. البرنامج يفحص لحاله ويقترح أحسن سيرفر، يعني أقل بنق وفيه لاعبين كفاية. تضغط «العب عليه»، ترجع تفتح اللعبة، وتتأكد. ولو حد يبغى تفاصيل أكثر فيه وضع متقدم من الإعدادات.</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هنا كيف يقيس: لكل لعبة يجيب القائمة الرسمية لسيرفراتها. Deadlock من Steam مباشرة، وOverwatch 2 من قوائم Google وAmazon وشبكة Blizzard (15 مركز منها الدمام والدوحة والبحرين)، وDead by Daylight من مناطق Amazon GameLift بنفس الإشارة اللي تستخدمها اللعبة، وArena Breakout من Tencent. يفحص كل السيرفرات مع بعض، فالفحص كله ثانيتين ثلاث، والسيرفر اللي ما يرد يتخطاه. ويحسب البنق والتذبذب والفقد، والألوان توضح الحالة.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التثبيت: البرنامج يحط قواعد في جدار حماية ويندوز تحجب السيرفرات اللي ما اخترتها، وفي أوفرواتش وديد باي دايلايت يحجب ترافيك المباراة بس، فالدخول والشات الصوتي والتدريب ما يتأثرون. العناوين من القوائم الرسمية وتتحدّث كل يوم. اللعبة تشوفها كأنها ما ترد، فما تحطك إلا في اختيارك. أكّد إنه ما يلمس ملفات اللعبة، وكل شي ينشال لما تفك التثبيت أو تقفل البرنامج.</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هادي الإجابة على سؤال: كيف أتأكد إنه فعلاً شغّال؟ وإنت داخل مباراة، البرنامج يراقب ترافيك اللعبة نفسها 15 ثانية، ويطابق عنوان السيرفر مع قائمة سيرفرات اللعبة، ويقولك اسم السيرفر وهل هو من اختيارك. جرّبناها وطلعت أمستردام ✓ وبنق اللعبة كان مطابق. نبّه إن القائمة والتدريب ما ينفعون.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عدد اللاعبين تقريبي: نحسبه من عدد المباريات اللي بدت في آخر ساعة في كل منطقة، ضرب 12 لاعب، ضرب نص ساعة متوسط المباراة. السيرفرات متجمّعة تحت منطقتها، والمنطقة الأكثر لاعبين عليها نجمة. خلّهم يعرفون إنها أرقام تقديرية مو رسمية.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البوست بالوسيط موجود في الوضع المتقدم، وهو اللي ينزّل البنق فعلاً: بدل طريق شركة النت الطويل، ترافيك اللعبة بس يمشي من سيرفر VPS طريقه أقصر. يتجهّز بأمر واحد، والباقي من النت يمشي عادي. كن صريح: بدون وسيط ما نقدر نغيّر طريق شركة النت.</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للمهتمين بالتقنية: البرنامج مكتوب بـ C# على .NET Framework الموجود في كل ويندوز، فما يحتاج تثبيت، والخط Readex Pro مدمج فيه. التحديث ينزل من GitHub ويتأكد من بصمة الملف قبل ما يستبدل نفسه. يستخدم أدوات ويندوز المدمجة: جدار الحماية وpktmon وnetstat، وWireGuard للوسيط، وبيانات عامة من Steam وAmazon وGoogle وBlizzard وTencent. والمشاكل توصل تلقائي لقاعدة بيانات المطوّر.</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الأمان مهم للناس: البرنامج ما يلمس اللعبة، وكل تغيير ينشال لحاله. إحصائيات البيتا (الاسم والمدينة واللعبة والسيرفر) تنقال لك بوضوح أول ما تفتحه، وما فيها كلمات سر ولا ملفات. وفيه زر «رجّع كل شي طبيعي» يشيل كل شي ويتأكد بنفسه.</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اختم: البرنامج بيتا ومجاني، وأهم شي رأيهم. من زر «تواصل معنا» يبلّغون أو يقترحون. التحميل من صفحة GitHub، وديسكوردي 2x.x. اشكرهم.</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FULL_IMAGE">
    <p:bg>
      <p:bgPr>
        <a:solidFill>
          <a:srgbClr val="140F1E"/>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2.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2.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Slide image 1" descr="Slide 1">    </p:cNvPr>
          <p:cNvPicPr>
            <a:picLocks noChangeAspect="1"/>
          </p:cNvPicPr>
          <p:nvPr/>
        </p:nvPicPr>
        <p:blipFill>
          <a:blip r:embed="rId1"/>
          <a:stretch>
            <a:fillRect/>
          </a:stretch>
        </p:blipFill>
        <p:spPr>
          <a:xfrm>
            <a:off x="0" y="0"/>
            <a:ext cx="9144000" cy="51435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Slide image 2" descr="Slide 2">    </p:cNvPr>
          <p:cNvPicPr>
            <a:picLocks noChangeAspect="1"/>
          </p:cNvPicPr>
          <p:nvPr/>
        </p:nvPicPr>
        <p:blipFill>
          <a:blip r:embed="rId1"/>
          <a:stretch>
            <a:fillRect/>
          </a:stretch>
        </p:blipFill>
        <p:spPr>
          <a:xfrm>
            <a:off x="0" y="0"/>
            <a:ext cx="9144000" cy="5143500"/>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Slide image 3" descr="Slide 3">    </p:cNvPr>
          <p:cNvPicPr>
            <a:picLocks noChangeAspect="1"/>
          </p:cNvPicPr>
          <p:nvPr/>
        </p:nvPicPr>
        <p:blipFill>
          <a:blip r:embed="rId1"/>
          <a:stretch>
            <a:fillRect/>
          </a:stretch>
        </p:blipFill>
        <p:spPr>
          <a:xfrm>
            <a:off x="0" y="0"/>
            <a:ext cx="9144000" cy="5143500"/>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Slide image 4" descr="Slide 4">    </p:cNvPr>
          <p:cNvPicPr>
            <a:picLocks noChangeAspect="1"/>
          </p:cNvPicPr>
          <p:nvPr/>
        </p:nvPicPr>
        <p:blipFill>
          <a:blip r:embed="rId1"/>
          <a:stretch>
            <a:fillRect/>
          </a:stretch>
        </p:blipFill>
        <p:spPr>
          <a:xfrm>
            <a:off x="0" y="0"/>
            <a:ext cx="9144000" cy="5143500"/>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Slide image 5" descr="Slide 5">    </p:cNvPr>
          <p:cNvPicPr>
            <a:picLocks noChangeAspect="1"/>
          </p:cNvPicPr>
          <p:nvPr/>
        </p:nvPicPr>
        <p:blipFill>
          <a:blip r:embed="rId1"/>
          <a:stretch>
            <a:fillRect/>
          </a:stretch>
        </p:blipFill>
        <p:spPr>
          <a:xfrm>
            <a:off x="0" y="0"/>
            <a:ext cx="9144000" cy="5143500"/>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Slide image 6" descr="Slide 6">    </p:cNvPr>
          <p:cNvPicPr>
            <a:picLocks noChangeAspect="1"/>
          </p:cNvPicPr>
          <p:nvPr/>
        </p:nvPicPr>
        <p:blipFill>
          <a:blip r:embed="rId1"/>
          <a:stretch>
            <a:fillRect/>
          </a:stretch>
        </p:blipFill>
        <p:spPr>
          <a:xfrm>
            <a:off x="0" y="0"/>
            <a:ext cx="9144000" cy="5143500"/>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Slide image 7" descr="Slide 7">    </p:cNvPr>
          <p:cNvPicPr>
            <a:picLocks noChangeAspect="1"/>
          </p:cNvPicPr>
          <p:nvPr/>
        </p:nvPicPr>
        <p:blipFill>
          <a:blip r:embed="rId1"/>
          <a:stretch>
            <a:fillRect/>
          </a:stretch>
        </p:blipFill>
        <p:spPr>
          <a:xfrm>
            <a:off x="0" y="0"/>
            <a:ext cx="9144000" cy="5143500"/>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Slide image 8" descr="Slide 8">    </p:cNvPr>
          <p:cNvPicPr>
            <a:picLocks noChangeAspect="1"/>
          </p:cNvPicPr>
          <p:nvPr/>
        </p:nvPicPr>
        <p:blipFill>
          <a:blip r:embed="rId1"/>
          <a:stretch>
            <a:fillRect/>
          </a:stretch>
        </p:blipFill>
        <p:spPr>
          <a:xfrm>
            <a:off x="0" y="0"/>
            <a:ext cx="9144000" cy="5143500"/>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Slide image 9" descr="Slide 9">    </p:cNvPr>
          <p:cNvPicPr>
            <a:picLocks noChangeAspect="1"/>
          </p:cNvPicPr>
          <p:nvPr/>
        </p:nvPicPr>
        <p:blipFill>
          <a:blip r:embed="rId1"/>
          <a:stretch>
            <a:fillRect/>
          </a:stretch>
        </p:blipFill>
        <p:spPr>
          <a:xfrm>
            <a:off x="0" y="0"/>
            <a:ext cx="9144000" cy="5143500"/>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Slide image 10" descr="Slide 10">    </p:cNvPr>
          <p:cNvPicPr>
            <a:picLocks noChangeAspect="1"/>
          </p:cNvPicPr>
          <p:nvPr/>
        </p:nvPicPr>
        <p:blipFill>
          <a:blip r:embed="rId1"/>
          <a:stretch>
            <a:fillRect/>
          </a:stretch>
        </p:blipFill>
        <p:spPr>
          <a:xfrm>
            <a:off x="0" y="0"/>
            <a:ext cx="9144000" cy="5143500"/>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Slide image 11" descr="Slide 11">    </p:cNvPr>
          <p:cNvPicPr>
            <a:picLocks noChangeAspect="1"/>
          </p:cNvPicPr>
          <p:nvPr/>
        </p:nvPicPr>
        <p:blipFill>
          <a:blip r:embed="rId1"/>
          <a:stretch>
            <a:fillRect/>
          </a:stretch>
        </p:blipFill>
        <p:spPr>
          <a:xfrm>
            <a:off x="0" y="0"/>
            <a:ext cx="9144000" cy="5143500"/>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Slide image 12" descr="Slide 12">    </p:cNvPr>
          <p:cNvPicPr>
            <a:picLocks noChangeAspect="1"/>
          </p:cNvPicPr>
          <p:nvPr/>
        </p:nvPicPr>
        <p:blipFill>
          <a:blip r:embed="rId1"/>
          <a:stretch>
            <a:fillRect/>
          </a:stretch>
        </p:blipFill>
        <p:spPr>
          <a:xfrm>
            <a:off x="0" y="0"/>
            <a:ext cx="9144000" cy="514350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2X Ping</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2X Ping - دليل البرنامج</dc:title>
  <dc:subject>PptxGenJS Presentation</dc:subject>
  <dc:creator>lDo2x</dc:creator>
  <cp:lastModifiedBy>lDo2x</cp:lastModifiedBy>
  <cp:revision>1</cp:revision>
  <dcterms:created xsi:type="dcterms:W3CDTF">2026-10-12T11:29:00Z</dcterms:created>
  <dcterms:modified xsi:type="dcterms:W3CDTF">2026-10-12T11:29:00Z</dcterms:modified>
</cp:coreProperties>
</file>